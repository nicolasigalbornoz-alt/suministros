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27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1F0-A620-4FE4-8B81-4A91326B61B9}" type="datetimeFigureOut">
              <a:rPr lang="es-AR" smtClean="0"/>
              <a:t>5/8/2026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10CBE-642C-428B-B4AE-C25B272AF84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28156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1F0-A620-4FE4-8B81-4A91326B61B9}" type="datetimeFigureOut">
              <a:rPr lang="es-AR" smtClean="0"/>
              <a:t>5/8/2026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10CBE-642C-428B-B4AE-C25B272AF84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1347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1F0-A620-4FE4-8B81-4A91326B61B9}" type="datetimeFigureOut">
              <a:rPr lang="es-AR" smtClean="0"/>
              <a:t>5/8/2026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10CBE-642C-428B-B4AE-C25B272AF84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90644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1F0-A620-4FE4-8B81-4A91326B61B9}" type="datetimeFigureOut">
              <a:rPr lang="es-AR" smtClean="0"/>
              <a:t>5/8/2026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10CBE-642C-428B-B4AE-C25B272AF84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57947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1F0-A620-4FE4-8B81-4A91326B61B9}" type="datetimeFigureOut">
              <a:rPr lang="es-AR" smtClean="0"/>
              <a:t>5/8/2026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10CBE-642C-428B-B4AE-C25B272AF84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7155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1F0-A620-4FE4-8B81-4A91326B61B9}" type="datetimeFigureOut">
              <a:rPr lang="es-AR" smtClean="0"/>
              <a:t>5/8/2026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10CBE-642C-428B-B4AE-C25B272AF84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67490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1F0-A620-4FE4-8B81-4A91326B61B9}" type="datetimeFigureOut">
              <a:rPr lang="es-AR" smtClean="0"/>
              <a:t>5/8/2026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10CBE-642C-428B-B4AE-C25B272AF84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49366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1F0-A620-4FE4-8B81-4A91326B61B9}" type="datetimeFigureOut">
              <a:rPr lang="es-AR" smtClean="0"/>
              <a:t>5/8/2026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10CBE-642C-428B-B4AE-C25B272AF84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3150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1F0-A620-4FE4-8B81-4A91326B61B9}" type="datetimeFigureOut">
              <a:rPr lang="es-AR" smtClean="0"/>
              <a:t>5/8/2026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10CBE-642C-428B-B4AE-C25B272AF84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80928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1F0-A620-4FE4-8B81-4A91326B61B9}" type="datetimeFigureOut">
              <a:rPr lang="es-AR" smtClean="0"/>
              <a:t>5/8/2026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10CBE-642C-428B-B4AE-C25B272AF84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68499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921F0-A620-4FE4-8B81-4A91326B61B9}" type="datetimeFigureOut">
              <a:rPr lang="es-AR" smtClean="0"/>
              <a:t>5/8/2026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10CBE-642C-428B-B4AE-C25B272AF84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2397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0921F0-A620-4FE4-8B81-4A91326B61B9}" type="datetimeFigureOut">
              <a:rPr lang="es-AR" smtClean="0"/>
              <a:t>5/8/2026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10CBE-642C-428B-B4AE-C25B272AF84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93099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00B505D-790B-CBDF-4EE2-80BA0495F6B5}"/>
              </a:ext>
            </a:extLst>
          </p:cNvPr>
          <p:cNvSpPr txBox="1"/>
          <p:nvPr/>
        </p:nvSpPr>
        <p:spPr>
          <a:xfrm>
            <a:off x="783773" y="5895990"/>
            <a:ext cx="17972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400" b="1" dirty="0">
                <a:latin typeface="Inter 18pt" panose="02000503000000020004" pitchFamily="2" charset="0"/>
                <a:ea typeface="Inter 18pt" panose="02000503000000020004" pitchFamily="2" charset="0"/>
              </a:rPr>
              <a:t>Solicitud de cuota</a:t>
            </a:r>
          </a:p>
          <a:p>
            <a:r>
              <a:rPr lang="es-AR" sz="1400" dirty="0">
                <a:latin typeface="Inter 18pt" panose="02000503000000020004" pitchFamily="2" charset="0"/>
                <a:ea typeface="Inter 18pt" panose="02000503000000020004" pitchFamily="2" charset="0"/>
              </a:rPr>
              <a:t>ID #[Número de ID]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8C1DF26-114A-FE83-95F9-D458C4349684}"/>
              </a:ext>
            </a:extLst>
          </p:cNvPr>
          <p:cNvCxnSpPr/>
          <p:nvPr/>
        </p:nvCxnSpPr>
        <p:spPr>
          <a:xfrm>
            <a:off x="871537" y="9186863"/>
            <a:ext cx="5114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ABC6F287-AB3C-EB9C-E5FC-D75D5A4EFC10}"/>
              </a:ext>
            </a:extLst>
          </p:cNvPr>
          <p:cNvSpPr txBox="1"/>
          <p:nvPr/>
        </p:nvSpPr>
        <p:spPr>
          <a:xfrm>
            <a:off x="783773" y="8616820"/>
            <a:ext cx="3855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000" b="1" dirty="0">
                <a:latin typeface="Inter 18pt" panose="02000503000000020004" pitchFamily="2" charset="0"/>
                <a:ea typeface="Inter 18pt" panose="02000503000000020004" pitchFamily="2" charset="0"/>
              </a:rPr>
              <a:t>Subsecretaría de Planificación Presupuestaria y Estadística</a:t>
            </a:r>
            <a:br>
              <a:rPr lang="es-AR" sz="1000" b="1" dirty="0">
                <a:latin typeface="Inter 18pt" panose="02000503000000020004" pitchFamily="2" charset="0"/>
                <a:ea typeface="Inter 18pt" panose="02000503000000020004" pitchFamily="2" charset="0"/>
              </a:rPr>
            </a:br>
            <a:r>
              <a:rPr lang="es-AR" sz="1000" dirty="0">
                <a:latin typeface="Inter 18pt" panose="02000503000000020004" pitchFamily="2" charset="0"/>
                <a:ea typeface="Inter 18pt" panose="02000503000000020004" pitchFamily="2" charset="0"/>
              </a:rPr>
              <a:t>Secretaría de Economía y Finanzas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AF4F3FD-6AA0-BC80-D388-A1164BAC8C2A}"/>
              </a:ext>
            </a:extLst>
          </p:cNvPr>
          <p:cNvSpPr txBox="1"/>
          <p:nvPr/>
        </p:nvSpPr>
        <p:spPr>
          <a:xfrm>
            <a:off x="783773" y="4063452"/>
            <a:ext cx="34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b="1" dirty="0">
                <a:latin typeface="Inter 18pt" panose="02000503000000020004" pitchFamily="2" charset="0"/>
                <a:ea typeface="Inter 18pt" panose="02000503000000020004" pitchFamily="2" charset="0"/>
              </a:rPr>
              <a:t>Secretaría</a:t>
            </a:r>
          </a:p>
          <a:p>
            <a:r>
              <a:rPr lang="es-AR" sz="1400" dirty="0">
                <a:latin typeface="Inter 18pt" panose="02000503000000020004" pitchFamily="2" charset="0"/>
                <a:ea typeface="Inter 18pt" panose="02000503000000020004" pitchFamily="2" charset="0"/>
              </a:rPr>
              <a:t>[Nombre de la Secretaría] </a:t>
            </a:r>
            <a:endParaRPr lang="es-AR" sz="16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C4054A5-D938-C0F7-7B48-AE3F35C0123E}"/>
              </a:ext>
            </a:extLst>
          </p:cNvPr>
          <p:cNvSpPr txBox="1"/>
          <p:nvPr/>
        </p:nvSpPr>
        <p:spPr>
          <a:xfrm>
            <a:off x="783773" y="4970521"/>
            <a:ext cx="34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b="1" dirty="0">
                <a:latin typeface="Inter 18pt" panose="02000503000000020004" pitchFamily="2" charset="0"/>
                <a:ea typeface="Inter 18pt" panose="02000503000000020004" pitchFamily="2" charset="0"/>
              </a:rPr>
              <a:t>Suministro</a:t>
            </a:r>
          </a:p>
          <a:p>
            <a:r>
              <a:rPr lang="es-AR" sz="1400" dirty="0" err="1">
                <a:latin typeface="Inter 18pt" panose="02000503000000020004" pitchFamily="2" charset="0"/>
                <a:ea typeface="Inter 18pt" panose="02000503000000020004" pitchFamily="2" charset="0"/>
              </a:rPr>
              <a:t>N°</a:t>
            </a:r>
            <a:r>
              <a:rPr lang="es-AR" sz="1400" dirty="0">
                <a:latin typeface="Inter 18pt" panose="02000503000000020004" pitchFamily="2" charset="0"/>
                <a:ea typeface="Inter 18pt" panose="02000503000000020004" pitchFamily="2" charset="0"/>
              </a:rPr>
              <a:t> [Número de suministro] </a:t>
            </a:r>
            <a:endParaRPr lang="es-AR" sz="16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8324CAC5-C94E-B7B2-4E6D-B68B69FFFC21}"/>
              </a:ext>
            </a:extLst>
          </p:cNvPr>
          <p:cNvCxnSpPr/>
          <p:nvPr/>
        </p:nvCxnSpPr>
        <p:spPr>
          <a:xfrm>
            <a:off x="871535" y="4756604"/>
            <a:ext cx="51149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9C844176-4023-DB45-B1F3-437EB7E7D147}"/>
              </a:ext>
            </a:extLst>
          </p:cNvPr>
          <p:cNvCxnSpPr/>
          <p:nvPr/>
        </p:nvCxnSpPr>
        <p:spPr>
          <a:xfrm>
            <a:off x="871534" y="5707657"/>
            <a:ext cx="51149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3FBA897-849C-EC46-DC8C-B44AAB67D897}"/>
              </a:ext>
            </a:extLst>
          </p:cNvPr>
          <p:cNvSpPr txBox="1"/>
          <p:nvPr/>
        </p:nvSpPr>
        <p:spPr>
          <a:xfrm>
            <a:off x="783773" y="3157641"/>
            <a:ext cx="348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b="1" dirty="0">
                <a:latin typeface="Inter 18pt" panose="02000503000000020004" pitchFamily="2" charset="0"/>
                <a:ea typeface="Inter 18pt" panose="02000503000000020004" pitchFamily="2" charset="0"/>
              </a:rPr>
              <a:t>Fecha</a:t>
            </a:r>
          </a:p>
          <a:p>
            <a:r>
              <a:rPr lang="es-AR" sz="1400" dirty="0">
                <a:latin typeface="Inter 18pt" panose="02000503000000020004" pitchFamily="2" charset="0"/>
                <a:ea typeface="Inter 18pt" panose="02000503000000020004" pitchFamily="2" charset="0"/>
              </a:rPr>
              <a:t>[Fecha] </a:t>
            </a:r>
            <a:endParaRPr lang="es-AR" sz="1600" dirty="0">
              <a:latin typeface="Inter 18pt" panose="02000503000000020004" pitchFamily="2" charset="0"/>
              <a:ea typeface="Inter 18pt" panose="02000503000000020004" pitchFamily="2" charset="0"/>
            </a:endParaRP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81FA287D-81C1-D9E3-F155-AF1B7D1B0593}"/>
              </a:ext>
            </a:extLst>
          </p:cNvPr>
          <p:cNvCxnSpPr/>
          <p:nvPr/>
        </p:nvCxnSpPr>
        <p:spPr>
          <a:xfrm>
            <a:off x="871534" y="3849535"/>
            <a:ext cx="511492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Imagen 19">
            <a:extLst>
              <a:ext uri="{FF2B5EF4-FFF2-40B4-BE49-F238E27FC236}">
                <a16:creationId xmlns:a16="http://schemas.microsoft.com/office/drawing/2014/main" id="{4F551D50-F5CB-CBDD-FAD6-5B9CA80CE0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62" t="11060" r="36339" b="47374"/>
          <a:stretch>
            <a:fillRect/>
          </a:stretch>
        </p:blipFill>
        <p:spPr bwMode="auto">
          <a:xfrm>
            <a:off x="5650566" y="719136"/>
            <a:ext cx="335893" cy="35853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F59E3767-E943-8CBD-2A7A-A08B0D9AB3B2}"/>
              </a:ext>
            </a:extLst>
          </p:cNvPr>
          <p:cNvSpPr txBox="1"/>
          <p:nvPr/>
        </p:nvSpPr>
        <p:spPr>
          <a:xfrm>
            <a:off x="783773" y="2454239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b="1" dirty="0">
                <a:latin typeface="Inter 18pt" panose="02000503000000020004" pitchFamily="2" charset="0"/>
                <a:ea typeface="Inter 18pt" panose="02000503000000020004" pitchFamily="2" charset="0"/>
              </a:rPr>
              <a:t>Solicitud de Cuota</a:t>
            </a:r>
            <a:endParaRPr lang="es-AR" sz="3200" dirty="0"/>
          </a:p>
        </p:txBody>
      </p:sp>
    </p:spTree>
    <p:extLst>
      <p:ext uri="{BB962C8B-B14F-4D97-AF65-F5344CB8AC3E}">
        <p14:creationId xmlns:p14="http://schemas.microsoft.com/office/powerpoint/2010/main" val="37033217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</TotalTime>
  <Words>43</Words>
  <Application>Microsoft Office PowerPoint</Application>
  <PresentationFormat>A4 (210 x 297 mm)</PresentationFormat>
  <Paragraphs>10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Inter 18pt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Tadeo bessega</dc:creator>
  <cp:lastModifiedBy>Tadeo bessega</cp:lastModifiedBy>
  <cp:revision>6</cp:revision>
  <dcterms:created xsi:type="dcterms:W3CDTF">2026-08-05T18:16:11Z</dcterms:created>
  <dcterms:modified xsi:type="dcterms:W3CDTF">2026-08-05T18:32:35Z</dcterms:modified>
</cp:coreProperties>
</file>